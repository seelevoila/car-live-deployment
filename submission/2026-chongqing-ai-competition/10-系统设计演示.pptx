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d59d715f844542" /><Relationship Type="http://schemas.openxmlformats.org/officeDocument/2006/relationships/extended-properties" Target="/docProps/app.xml" Id="R5bec4765a54c47a6" /><Relationship Type="http://schemas.openxmlformats.org/officeDocument/2006/relationships/officeDocument" Target="/ppt/presentation.xml" Id="Rc17f69add4034e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7ef1da0d234709"/>
  </p:sldMasterIdLst>
  <p:notesMasterIdLst>
    <p:notesMasterId xmlns:r="http://schemas.openxmlformats.org/officeDocument/2006/relationships" r:id="R5f13eadba5714e7e"/>
  </p:notesMasterIdLst>
  <p:sldIdLst>
    <p:sldId xmlns:r="http://schemas.openxmlformats.org/officeDocument/2006/relationships" id="256" r:id="R906875923a584341"/>
    <p:sldId xmlns:r="http://schemas.openxmlformats.org/officeDocument/2006/relationships" id="257" r:id="R9a9207a22c03441c"/>
    <p:sldId xmlns:r="http://schemas.openxmlformats.org/officeDocument/2006/relationships" id="258" r:id="R7ad396b9378f4918"/>
    <p:sldId xmlns:r="http://schemas.openxmlformats.org/officeDocument/2006/relationships" id="259" r:id="Rc5dd8519ab0d48ca"/>
    <p:sldId xmlns:r="http://schemas.openxmlformats.org/officeDocument/2006/relationships" id="260" r:id="R6edfccf27869444e"/>
    <p:sldId xmlns:r="http://schemas.openxmlformats.org/officeDocument/2006/relationships" id="261" r:id="R36dda1610fed41c5"/>
    <p:sldId xmlns:r="http://schemas.openxmlformats.org/officeDocument/2006/relationships" id="262" r:id="Rd5c983c4188b4ca9"/>
    <p:sldId xmlns:r="http://schemas.openxmlformats.org/officeDocument/2006/relationships" id="263" r:id="Rebfdd433df1a4443"/>
    <p:sldId xmlns:r="http://schemas.openxmlformats.org/officeDocument/2006/relationships" id="264" r:id="Re0f1f5d0fc194806"/>
    <p:sldId xmlns:r="http://schemas.openxmlformats.org/officeDocument/2006/relationships" id="265" r:id="Rbe415cbe0d7244f8"/>
    <p:sldId xmlns:r="http://schemas.openxmlformats.org/officeDocument/2006/relationships" id="266" r:id="R44a037411ea146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a00bab9d994d27" /><Relationship Type="http://schemas.openxmlformats.org/officeDocument/2006/relationships/slideMaster" Target="/ppt/slideMasters/slideMaster1.xml" Id="R227ef1da0d234709" /><Relationship Type="http://schemas.openxmlformats.org/officeDocument/2006/relationships/notesMaster" Target="/ppt/notesMasters/notesMaster1.xml" Id="R5f13eadba5714e7e" /><Relationship Type="http://schemas.openxmlformats.org/officeDocument/2006/relationships/presProps" Target="/ppt/presProps.xml" Id="Rc6f015a7ad0b4514" /><Relationship Type="http://schemas.openxmlformats.org/officeDocument/2006/relationships/tableStyles" Target="/ppt/tableStyles.xml" Id="Race8f6e0a3014de7" /><Relationship Type="http://schemas.openxmlformats.org/officeDocument/2006/relationships/slide" Target="/ppt/slides/slide1.xml" Id="R906875923a584341" /><Relationship Type="http://schemas.openxmlformats.org/officeDocument/2006/relationships/slide" Target="/ppt/slides/slide2.xml" Id="R9a9207a22c03441c" /><Relationship Type="http://schemas.openxmlformats.org/officeDocument/2006/relationships/slide" Target="/ppt/slides/slide3.xml" Id="R7ad396b9378f4918" /><Relationship Type="http://schemas.openxmlformats.org/officeDocument/2006/relationships/slide" Target="/ppt/slides/slide4.xml" Id="Rc5dd8519ab0d48ca" /><Relationship Type="http://schemas.openxmlformats.org/officeDocument/2006/relationships/slide" Target="/ppt/slides/slide5.xml" Id="R6edfccf27869444e" /><Relationship Type="http://schemas.openxmlformats.org/officeDocument/2006/relationships/slide" Target="/ppt/slides/slide6.xml" Id="R36dda1610fed41c5" /><Relationship Type="http://schemas.openxmlformats.org/officeDocument/2006/relationships/slide" Target="/ppt/slides/slide7.xml" Id="Rd5c983c4188b4ca9" /><Relationship Type="http://schemas.openxmlformats.org/officeDocument/2006/relationships/slide" Target="/ppt/slides/slide8.xml" Id="Rebfdd433df1a4443" /><Relationship Type="http://schemas.openxmlformats.org/officeDocument/2006/relationships/slide" Target="/ppt/slides/slide9.xml" Id="Re0f1f5d0fc194806" /><Relationship Type="http://schemas.openxmlformats.org/officeDocument/2006/relationships/slide" Target="/ppt/slides/slide10.xml" Id="Rbe415cbe0d7244f8" /><Relationship Type="http://schemas.openxmlformats.org/officeDocument/2006/relationships/slide" Target="/ppt/slides/slide11.xml" Id="R44a037411ea146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54ea5e24244a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46a2e236334bbb" /><Relationship Type="http://schemas.openxmlformats.org/officeDocument/2006/relationships/notesMaster" Target="/ppt/notesMasters/notesMaster1.xml" Id="R2ee59f1ee4b14d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e60ed5f9fd470f" /><Relationship Type="http://schemas.openxmlformats.org/officeDocument/2006/relationships/notesMaster" Target="/ppt/notesMasters/notesMaster1.xml" Id="R38e7809e4cc548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b9c8323b494a29" /><Relationship Type="http://schemas.openxmlformats.org/officeDocument/2006/relationships/notesMaster" Target="/ppt/notesMasters/notesMaster1.xml" Id="R469b7ee683a541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977e531a024201" /><Relationship Type="http://schemas.openxmlformats.org/officeDocument/2006/relationships/notesMaster" Target="/ppt/notesMasters/notesMaster1.xml" Id="Rf66c823af7224c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31614166934ad3" /><Relationship Type="http://schemas.openxmlformats.org/officeDocument/2006/relationships/notesMaster" Target="/ppt/notesMasters/notesMaster1.xml" Id="R4d483e3b19c047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e4253c7f8b478a" /><Relationship Type="http://schemas.openxmlformats.org/officeDocument/2006/relationships/notesMaster" Target="/ppt/notesMasters/notesMaster1.xml" Id="R0530520222ee40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067a60f6604e3f" /><Relationship Type="http://schemas.openxmlformats.org/officeDocument/2006/relationships/notesMaster" Target="/ppt/notesMasters/notesMaster1.xml" Id="R05960e803b804f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01e3d8c78c4152" /><Relationship Type="http://schemas.openxmlformats.org/officeDocument/2006/relationships/notesMaster" Target="/ppt/notesMasters/notesMaster1.xml" Id="R11c1cbe5c6fc47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babeeb53044b98" /><Relationship Type="http://schemas.openxmlformats.org/officeDocument/2006/relationships/notesMaster" Target="/ppt/notesMasters/notesMaster1.xml" Id="Rbe4d67ffff8e42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a6d4acf29e40ca" /><Relationship Type="http://schemas.openxmlformats.org/officeDocument/2006/relationships/notesMaster" Target="/ppt/notesMasters/notesMaster1.xml" Id="R205cb14deb7248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12039a5eaf460a" /><Relationship Type="http://schemas.openxmlformats.org/officeDocument/2006/relationships/notesMaster" Target="/ppt/notesMasters/notesMaster1.xml" Id="R5bfe7e141e894a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项目题目文件：C:/Users/seele/Desktop/6.（海云捷迅）2026年第二届重庆市AI大模型创新应用大赛企业出题.docx</a:t>
            </a:r>
          </a:p>
          <a:p xmlns:a="http://schemas.openxmlformats.org/drawingml/2006/main">
            <a:r>
              <a:t>GPT-SoVITS 官方说明：https://github.com/RVC-Boss/GPT-SoVITS/blob/main/docs/cn/README.md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项目题目文件：C:/Users/seele/Desktop/6.（海云捷迅）2026年第二届重庆市AI大模型创新应用大赛企业出题.docx</a:t>
            </a:r>
          </a:p>
          <a:p xmlns:a="http://schemas.openxmlformats.org/drawingml/2006/main">
            <a:r>
              <a:t>GPT-SoVITS 官方说明：https://github.com/RVC-Boss/GPT-SoVITS/blob/main/docs/cn/README.md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项目题目文件：C:/Users/seele/Desktop/6.（海云捷迅）2026年第二届重庆市AI大模型创新应用大赛企业出题.docx</a:t>
            </a:r>
          </a:p>
          <a:p xmlns:a="http://schemas.openxmlformats.org/drawingml/2006/main">
            <a:r>
              <a:t>GPT-SoVITS 官方说明：https://github.com/RVC-Boss/GPT-SoVITS/blob/main/docs/cn/README.md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项目题目文件：C:/Users/seele/Desktop/6.（海云捷迅）2026年第二届重庆市AI大模型创新应用大赛企业出题.docx</a:t>
            </a:r>
          </a:p>
          <a:p xmlns:a="http://schemas.openxmlformats.org/drawingml/2006/main">
            <a:r>
              <a:t>GPT-SoVITS 官方说明：https://github.com/RVC-Boss/GPT-SoVITS/blob/main/docs/cn/README.md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项目题目文件：C:/Users/seele/Desktop/6.（海云捷迅）2026年第二届重庆市AI大模型创新应用大赛企业出题.docx</a:t>
            </a:r>
          </a:p>
          <a:p xmlns:a="http://schemas.openxmlformats.org/drawingml/2006/main">
            <a:r>
              <a:t>GPT-SoVITS 官方说明：https://github.com/RVC-Boss/GPT-SoVITS/blob/main/docs/cn/README.md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项目题目文件：C:/Users/seele/Desktop/6.（海云捷迅）2026年第二届重庆市AI大模型创新应用大赛企业出题.docx</a:t>
            </a:r>
          </a:p>
          <a:p xmlns:a="http://schemas.openxmlformats.org/drawingml/2006/main">
            <a:r>
              <a:t>GPT-SoVITS 官方说明：https://github.com/RVC-Boss/GPT-SoVITS/blob/main/docs/cn/README.md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项目题目文件：C:/Users/seele/Desktop/6.（海云捷迅）2026年第二届重庆市AI大模型创新应用大赛企业出题.docx</a:t>
            </a:r>
          </a:p>
          <a:p xmlns:a="http://schemas.openxmlformats.org/drawingml/2006/main">
            <a:r>
              <a:t>GPT-SoVITS 官方说明：https://github.com/RVC-Boss/GPT-SoVITS/blob/main/docs/cn/README.md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项目题目文件：C:/Users/seele/Desktop/6.（海云捷迅）2026年第二届重庆市AI大模型创新应用大赛企业出题.docx</a:t>
            </a:r>
          </a:p>
          <a:p xmlns:a="http://schemas.openxmlformats.org/drawingml/2006/main">
            <a:r>
              <a:t>GPT-SoVITS 官方说明：https://github.com/RVC-Boss/GPT-SoVITS/blob/main/docs/cn/README.md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项目题目文件：C:/Users/seele/Desktop/6.（海云捷迅）2026年第二届重庆市AI大模型创新应用大赛企业出题.docx</a:t>
            </a:r>
          </a:p>
          <a:p xmlns:a="http://schemas.openxmlformats.org/drawingml/2006/main">
            <a:r>
              <a:t>GPT-SoVITS 官方说明：https://github.com/RVC-Boss/GPT-SoVITS/blob/main/docs/cn/README.md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项目题目文件：C:/Users/seele/Desktop/6.（海云捷迅）2026年第二届重庆市AI大模型创新应用大赛企业出题.docx</a:t>
            </a:r>
          </a:p>
          <a:p xmlns:a="http://schemas.openxmlformats.org/drawingml/2006/main">
            <a:r>
              <a:t>GPT-SoVITS 官方说明：https://github.com/RVC-Boss/GPT-SoVITS/blob/main/docs/cn/README.md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项目题目文件：C:/Users/seele/Desktop/6.（海云捷迅）2026年第二届重庆市AI大模型创新应用大赛企业出题.docx</a:t>
            </a:r>
          </a:p>
          <a:p xmlns:a="http://schemas.openxmlformats.org/drawingml/2006/main">
            <a:r>
              <a:t>GPT-SoVITS 官方说明：https://github.com/RVC-Boss/GPT-SoVITS/blob/main/docs/cn/README.md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ce4868708847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8d944968764c59" /><Relationship Type="http://schemas.openxmlformats.org/officeDocument/2006/relationships/slideLayout" Target="/ppt/slideLayouts/slideLayout1.xml" Id="R94fb9dfce9dc4a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fb9dfce9dc4a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ce9c392d940f8" /><Relationship Type="http://schemas.openxmlformats.org/officeDocument/2006/relationships/notesSlide" Target="/ppt/notesSlides/notesSlide1.xml" Id="Ra8cd5e6c746746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a391da98f43b0" /><Relationship Type="http://schemas.openxmlformats.org/officeDocument/2006/relationships/notesSlide" Target="/ppt/notesSlides/notesSlide2.xml" Id="R8cde820340d542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95c81b43b40d9" /><Relationship Type="http://schemas.openxmlformats.org/officeDocument/2006/relationships/notesSlide" Target="/ppt/notesSlides/notesSlide3.xml" Id="Rcff316b085f34f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57cf5808140a6" /><Relationship Type="http://schemas.openxmlformats.org/officeDocument/2006/relationships/notesSlide" Target="/ppt/notesSlides/notesSlide4.xml" Id="Rbc8f97dc53294a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d31543f0642ea" /><Relationship Type="http://schemas.openxmlformats.org/officeDocument/2006/relationships/notesSlide" Target="/ppt/notesSlides/notesSlide5.xml" Id="R9b58e001fdc14c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c115314054c3b" /><Relationship Type="http://schemas.openxmlformats.org/officeDocument/2006/relationships/notesSlide" Target="/ppt/notesSlides/notesSlide6.xml" Id="Rc0a10640e4114f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804b6a5e04d51" /><Relationship Type="http://schemas.openxmlformats.org/officeDocument/2006/relationships/notesSlide" Target="/ppt/notesSlides/notesSlide7.xml" Id="R8857757013504a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b776e8e034aa1" /><Relationship Type="http://schemas.openxmlformats.org/officeDocument/2006/relationships/notesSlide" Target="/ppt/notesSlides/notesSlide8.xml" Id="R0bfd9d65475346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a9c18f3514a3b" /><Relationship Type="http://schemas.openxmlformats.org/officeDocument/2006/relationships/notesSlide" Target="/ppt/notesSlides/notesSlide9.xml" Id="R9979537c06ee43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cb98c0a554466" /><Relationship Type="http://schemas.openxmlformats.org/officeDocument/2006/relationships/notesSlide" Target="/ppt/notesSlides/notesSlide10.xml" Id="R325106c19e6743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20bbf17f84c52" /><Relationship Type="http://schemas.openxmlformats.org/officeDocument/2006/relationships/notesSlide" Target="/ppt/notesSlides/notesSlide11.xml" Id="Rcddb7407e1fa49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4469DC-7001-4F05-B464-0ED8C57F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重庆市 AI 大模型创新应用大赛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EB606-BDED-42A3-AC3D-8BA6ED52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435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汽车直播智能体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43934-17EA-4C90-BE42-A733F0B6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288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262626"/>
                </a:solidFill>
                <a:latin typeface="SimSun"/>
                <a:ea typeface="SimSun"/>
                <a:cs typeface="SimSun"/>
              </a:rPr>
              <a:t>可溯源问答 · 流式播报 · 动态改稿 · 拟人化音色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D98B6-9C9F-4427-BC76-68702ED6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24765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6262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40E0A-12EF-4AB0-8D02-17696BA7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把汽车资料、直播脚本和语音输出放进同一条可验证链路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36DE9-EE9E-4777-84EC-E243F61C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66800"/>
            <a:ext cx="2857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64C561-311E-4150-A412-E940A801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28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125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题目验收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98D74-088E-4448-881C-25AD6FC7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21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3150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40/40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A91C22-6CCC-4465-B038-7046CE50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71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200" b="0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检索准确率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791CF-B42A-4449-9227-BCD0F8C1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813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2250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2323 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292CE8-F774-4612-B1FD-DBB0261B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38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200" b="0">
                <a:solidFill>
                  <a:srgbClr val="191919"/>
                </a:solidFill>
                <a:latin typeface="SimSun"/>
                <a:ea typeface="SimSun"/>
                <a:cs typeface="SimSun"/>
              </a:rPr>
              <a:t>平均首音频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9AE24-1A53-43A3-8468-45B412E3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汽车直播智能体  ·  2026 重庆 AI 大模型创新应用大赛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CC4B98-6680-4812-8405-1C70741D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1/11</a:t>
            </a:r>
          </a:p>
        </p:txBody>
      </p:sp>
    </p:spTree>
    <p:extLst>
      <p:ext uri="{BB962C8B-B14F-4D97-AF65-F5344CB8AC3E}">
        <p14:creationId xmlns:p14="http://schemas.microsoft.com/office/powerpoint/2010/main" val="2433322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227CA2-C571-4AAB-AB8F-3CCB827F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90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01 / 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8640A-65FD-4FD0-8C7D-077151D3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27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直播现场需要的是“可继续工作”的智能体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D53E5-55E3-442E-92CD-3ABAF8E1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答案要有出处，声音要不中断，稿子要能随时改。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90B7F-27EE-4A90-91CB-51E1D110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913FB7-B6FA-48AD-8964-36D1343D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汽车直播智能体  ·  2026 重庆 AI 大模型创新应用大赛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48AF5-8172-4161-A577-E6BF220B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2/11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F68C9-D3CB-4D16-9902-EAE80C98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143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0B9D8-AAB3-47FC-BA15-B020E357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资料散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3F50D-09E0-4B9A-8726-9D0C1E1A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90875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PDF、Word、TXT 并存</a:t>
            </a:r>
          </a:p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字段命名和版本不统一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6EDDD-D769-497F-903F-7FEAE7F7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86000"/>
            <a:ext cx="3143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2A3B2-B4A0-46FD-80C2-83CC00D6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667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播报断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656F89-6002-4412-BF31-C57CAB47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190875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传统整段生成</a:t>
            </a:r>
          </a:p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首句等待，改稿要重来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2C7438-1B7D-45BE-BF7C-A79B0237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86000"/>
            <a:ext cx="3143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52DAA-439D-4D14-B262-F2D77762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67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证据弱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9EA1A3-1BEA-404E-9054-DDAEAC79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只给答案不说来源</a:t>
            </a:r>
          </a:p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主播无法快速核对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496A3D-B490-450B-8A9D-99BC4F1F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我们的切入点：把“证据、节奏、版本”设计成一等数据</a:t>
            </a:r>
          </a:p>
        </p:txBody>
      </p:sp>
    </p:spTree>
    <p:extLst>
      <p:ext uri="{BB962C8B-B14F-4D97-AF65-F5344CB8AC3E}">
        <p14:creationId xmlns:p14="http://schemas.microsoft.com/office/powerpoint/2010/main" val="808233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E3FD79-C7CE-44D8-8BC0-FFBD83E7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90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02 / 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3C280-3DAE-4FFC-8D79-2847E337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27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一条链路覆盖从资料到声音的五个动作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A1B5D-48EA-4848-B76C-DDE04454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模块边界清晰，现场可以逐段演示，也可以替换单个服务。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DBE37-94E3-4118-B155-AB467660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C5783-1C7F-494D-A94E-CFB9EB55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汽车直播智能体  ·  2026 重庆 AI 大模型创新应用大赛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BE66D-9C6D-4099-9B17-25D0C71D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3/11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E208C-8EB8-4CB2-B24F-A12B4180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EA07E-C028-4244-AD0B-7408CEE2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20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AED1B-68CF-413A-9F83-0FE8A855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425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导入资料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06116-DF51-44AF-951E-C572BFB6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86125"/>
            <a:ext cx="4953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87A651-1FD1-474C-AEEF-F1BC1284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6225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A7010-FEAC-4366-AD7D-04D61388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52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20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160114-BBB0-4233-A7B4-F0275CEE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337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425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检索问答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79C93B-67FF-4725-855B-6A1ADF4D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86125"/>
            <a:ext cx="4953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E6C1BD-BA0B-4C71-AC04-1AF37683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6225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716D6-F9FC-421E-B58B-043195A7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52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20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6772B2-D33E-4999-BF4F-2971D7CD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337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425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生成脚本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298E57-0EFA-40BE-B8D7-B5BF5EF4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86125"/>
            <a:ext cx="4953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A55A93-A6EF-4104-BA73-E82DF314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6225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9193E0-E806-4FA6-964E-781AEA7E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52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20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A7152B-FBD9-42C6-9C5F-4BE3D4BF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337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425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流式播报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A06A83-A754-457E-9E7B-4D0BC667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86125"/>
            <a:ext cx="4953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469A4F-00B6-427F-883B-0C561B9C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6225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0945C5-EB77-4E96-BE3F-98D406A5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52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20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D77D44-544F-4D9D-B098-157AAD60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337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425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动态改稿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40ACD4-4145-47C2-BD71-990B9212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每一步都有可观测状态：版本、来源、首包、队列和安全句</a:t>
            </a:r>
          </a:p>
        </p:txBody>
      </p:sp>
    </p:spTree>
    <p:extLst>
      <p:ext uri="{BB962C8B-B14F-4D97-AF65-F5344CB8AC3E}">
        <p14:creationId xmlns:p14="http://schemas.microsoft.com/office/powerpoint/2010/main" val="5655928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764825-D22C-4BFD-A5F3-77794DE2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90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03 / 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453C4-BEE0-4206-A0B0-BA8BEBBB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27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本地优先，模型与业务通过接口解耦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E9640-900D-4788-A394-0B162133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浏览器负责体验，FastAPI 负责编排，SQLite 负责追踪，GPT-SoVITS 负责声音。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153E1-42EF-4A5A-B126-7C48092C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FCC6D-BF76-40A1-8C42-0C4AE9F3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汽车直播智能体  ·  2026 重庆 AI 大模型创新应用大赛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9750D-593D-405A-AD70-54CCAD28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4/11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C13EB-2C1A-4989-A8FF-23E7D6D4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19191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EA2F58-FF35-49F9-B7B4-198F8376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浏览器交互层   ·   直播台 / 知识库 / 验证页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AA2C5-E93D-4CE5-92C0-BEF0B624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8F2696-E6C9-4370-97AA-5B61FB5A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业务编排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97DFC4-5984-4C31-AFDA-06B1BD6E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957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200" b="0">
                <a:solidFill>
                  <a:srgbClr val="191919"/>
                </a:solidFill>
                <a:latin typeface="SimSun"/>
                <a:ea typeface="SimSun"/>
                <a:cs typeface="SimSun"/>
              </a:rPr>
              <a:t>会话、问答、脚本、改稿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55D6FA-2BB9-408D-8807-61B49C31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33750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BE8CD4-D2C3-4807-B223-04566949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5623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数据与溯源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C5F1F-B814-44A4-B52D-1F2B9149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8957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200" b="0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文档、片段、版本、音色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FDCA0-D470-4E2C-A2D1-5801CF0A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44A1CF-36BC-4CF6-994B-3B7B0886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623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模型服务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738612-A0E5-4A20-9B2D-5483D3B4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957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200" b="0">
                <a:solidFill>
                  <a:srgbClr val="191919"/>
                </a:solidFill>
                <a:latin typeface="SimSun"/>
                <a:ea typeface="SimSun"/>
                <a:cs typeface="SimSun"/>
              </a:rPr>
              <a:t>GPT-SoVITS v2ProPlus / PCM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4A1651-8EFF-493D-B9B7-49CD93D3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971800"/>
            <a:ext cx="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0A3772-38E7-4DC5-AC6F-A87A65C4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HTTP/JSON + 流式字节</a:t>
            </a:r>
          </a:p>
        </p:txBody>
      </p:sp>
    </p:spTree>
    <p:extLst>
      <p:ext uri="{BB962C8B-B14F-4D97-AF65-F5344CB8AC3E}">
        <p14:creationId xmlns:p14="http://schemas.microsoft.com/office/powerpoint/2010/main" val="3786690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C10FB3-0FD3-4623-96AC-21A06B9E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90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04 /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02FB4-4B05-4F56-A141-7BD97471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27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答案来自证据单元，而不是来自猜测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D8931-EAD3-430F-9420-F779D0BF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清洗、切分、索引、版本和来源一起进入数据库。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D1CD0-F2C0-4F82-9C6E-9E86BD8B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604D6-35C2-48AA-A213-83D2397C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汽车直播智能体  ·  2026 重庆 AI 大模型创新应用大赛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ADDDA-5869-4F54-9DA5-B1DA4BFE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5/11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05DA5-91E5-4B1C-8883-F1916C07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D46136-E3D7-4C77-8458-AB89DF75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0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文件解析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6DEFA-D04D-46B1-BF81-FDBBF9F2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0325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PDF 页面 / DOCX 表格 / TXT 行序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EFDBDD-1A69-42DC-8081-02CDABED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019425"/>
            <a:ext cx="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7DDD62-B7AD-44CD-BB19-6A614D85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DE4F0A-2739-4CBD-80AC-6E0F8836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575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清洗分段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58F0E5-4909-4440-B205-01D7AC7C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57575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标题、字段、标点和长度规则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72C2D2-CDF4-498A-9D31-09F0F761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876675"/>
            <a:ext cx="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C44926-E796-4607-8D78-7A22D08B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43375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7448CF-4EDE-465B-B27E-4F1966F4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148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结构化入库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70702C-1D14-4A23-8D52-F2D24CE3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14825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车型、年款、版本、页码、哈希向量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601B23-7503-4E8A-B20C-244D4AFB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733925"/>
            <a:ext cx="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008640-A0AF-4BE1-942A-DFB43535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00625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6846CB-E080-46BE-A483-D7419332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720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混合检索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162D7A-C55F-452B-91BB-C96513AE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72075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词法命中 + 稳定向量 + 字段优先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E4C3C8-7747-4405-8EC4-EEC69CF4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E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7FE211-9EA1-49AF-B93C-1563158A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71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54545"/>
                </a:solidFill>
                <a:latin typeface="SimSun"/>
                <a:ea typeface="SimSun"/>
                <a:cs typeface="SimSun"/>
              </a:defRPr>
            </a:pPr>
            <a:r>
              <a:rPr sz="1200" b="1">
                <a:solidFill>
                  <a:srgbClr val="454545"/>
                </a:solidFill>
                <a:latin typeface="SimSun"/>
                <a:ea typeface="SimSun"/>
                <a:cs typeface="SimSun"/>
              </a:rPr>
              <a:t>输出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88AFA4-CDC8-4127-8B61-C825A92C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3370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答案</a:t>
            </a:r>
          </a:p>
          <a:p xmlns:a="http://schemas.openxmlformats.org/drawingml/2006/main">
            <a:pPr algn="l">
              <a:defRPr sz="1725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置信度</a:t>
            </a:r>
          </a:p>
          <a:p xmlns:a="http://schemas.openxmlformats.org/drawingml/2006/main">
            <a:pPr algn="l">
              <a:defRPr sz="1725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来源片段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8E9FE9-4E0A-4297-9135-E9AAA7D8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40/40 · 100%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4F564E-442A-4840-8A7F-3EFA3B18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9436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检索与最终问答均达标</a:t>
            </a:r>
          </a:p>
        </p:txBody>
      </p:sp>
    </p:spTree>
    <p:extLst>
      <p:ext uri="{BB962C8B-B14F-4D97-AF65-F5344CB8AC3E}">
        <p14:creationId xmlns:p14="http://schemas.microsoft.com/office/powerpoint/2010/main" val="16442868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EF5AC5-CCC2-4706-BE3B-D8749270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90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05 / 流式 TTS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A6586-BBDD-4CA6-9B99-80E455D4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27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先让第一句话响起来，再继续生成后面的声音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9A01E-14B3-4517-B083-3A965A9E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自然短语切分 + PCM 队列 + 句间淡入淡出，解决等待、断裂和嗒声。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04ECC-1A0E-43AD-A465-516F772A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9DA04-BA4B-4DD0-879E-B7B115D9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汽车直播智能体  ·  2026 重庆 AI 大模型创新应用大赛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9A614-1056-4629-AA6A-64B3E7CB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6/11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69F90-3C35-4979-9F76-E80D1753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18573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6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0824D-38FA-4B70-9F93-4BCA6D03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80EF44-B04D-4026-ABF6-6C43B33A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384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T0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30A51-37D1-48D5-92C8-01967335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2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提交脚本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0646A7-E63A-4EDB-B133-E7D50E7C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38500"/>
            <a:ext cx="18573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6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0D855-6B80-4A42-986B-0B966237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05125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AE783-AF21-40B7-926D-2A3301FE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384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T1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B8C52D-D401-4349-AB85-4BA17740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147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2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切分短语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E78CA-8F5E-4363-9F30-9EF94DE7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38500"/>
            <a:ext cx="18573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626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417EA8-0E4F-4DF1-9CE4-8D47F1A6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05125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22A2E2-09EB-4345-AC6C-BF9EDFC8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384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T2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B54AD1-FDD3-42D7-A053-86B38D1F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147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120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首个 PCM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6F6985-966D-4C74-B44F-FD42E011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38500"/>
            <a:ext cx="18573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6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AF1E7D-5021-4802-8FCB-3AEE94D6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05125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6F4967-E835-499D-B09E-9E4ACD5B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384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T3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5780C3-F0C1-446E-BD3A-0A47B730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147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2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队列播放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203500-40E1-4871-8463-0067DBE7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05125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AA8318-5553-41D8-A48A-19D947AF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384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T4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C7F760-F5E5-4597-9113-42314E15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147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2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继续生成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5EC3EB-2B48-4A2D-B3D7-B1682EE2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24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mode 1 PCM 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F97239-D9F6-481A-9944-20C267B9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24 kHz / 单声道 / 16-bit / 2 ms 边界淡入淡出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778FD8-4FBD-4111-B35C-4B4F29CF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2762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98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32397B-65E7-4EB1-9EDB-01FB4EC5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20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首音频平均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4EB922-5AA1-423C-B2F2-D0E6EDBF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21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2323 ms</a:t>
            </a:r>
          </a:p>
        </p:txBody>
      </p:sp>
    </p:spTree>
    <p:extLst>
      <p:ext uri="{BB962C8B-B14F-4D97-AF65-F5344CB8AC3E}">
        <p14:creationId xmlns:p14="http://schemas.microsoft.com/office/powerpoint/2010/main" val="11640208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7FB4FB-4E4B-44F2-A5BF-4722D77C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90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06 / 动态改稿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DA303-4509-407D-BC94-34370F93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27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改稿只刷新尚未播放的后续内容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B86AE-C35D-42C0-963F-3C646224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把播放中的短语设为不可变区，把待生成内容设为可变区。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F71D83-F152-4A19-8945-55497DEA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44462-E648-42B0-B3B8-898F97E2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汽车直播智能体  ·  2026 重庆 AI 大模型创新应用大赛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A9DD1-6B60-46BB-98AD-647A8182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7/11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88B40-F666-445D-854B-3B1414C2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4191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62E6B-A784-429C-9CA6-53068EC1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1425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不可变区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10995A-7E88-4BFA-BCE9-EB0A5387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当前正在播放的短语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28B67-9A6F-4C75-83B4-321AC7E6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86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完整结束，不截断、不重复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7B0AA-77C5-4790-973A-90E29E44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71750"/>
            <a:ext cx="5334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2A4398-FE21-4062-A125-4D1F1467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76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54545"/>
                </a:solidFill>
                <a:latin typeface="SimSun"/>
                <a:ea typeface="SimSun"/>
                <a:cs typeface="SimSun"/>
              </a:defRPr>
            </a:pPr>
            <a:r>
              <a:rPr sz="1425" b="1">
                <a:solidFill>
                  <a:srgbClr val="454545"/>
                </a:solidFill>
                <a:latin typeface="SimSun"/>
                <a:ea typeface="SimSun"/>
                <a:cs typeface="SimSun"/>
              </a:rPr>
              <a:t>可变区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53F45D-1EEA-472B-8261-EA02FE26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33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尚未开始播放的后续片段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0B87C4-9590-461C-AD5B-1AEC17D7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86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取消旧请求，按新版本重新生成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AF87D4-C5AA-4B9A-99EF-C4C4A0CD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71875"/>
            <a:ext cx="5334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626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43588A-E936-44A1-9BF4-18766FC5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revision 1  →  revision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B904DF-5537-4576-962F-5A70E0C6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292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54545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454545"/>
                </a:solidFill>
                <a:latin typeface="SimSun"/>
                <a:ea typeface="SimSun"/>
                <a:cs typeface="SimSun"/>
              </a:rPr>
              <a:t>safe_sentence = 1</a:t>
            </a:r>
          </a:p>
        </p:txBody>
      </p:sp>
    </p:spTree>
    <p:extLst>
      <p:ext uri="{BB962C8B-B14F-4D97-AF65-F5344CB8AC3E}">
        <p14:creationId xmlns:p14="http://schemas.microsoft.com/office/powerpoint/2010/main" val="431086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95270A-1045-4A00-ABAB-9742C050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90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07 / 音色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8E2A1-F44E-4F3A-B0CE-B54D224D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27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音色质量从参考音频门禁开始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FC50F-6D98-496F-8AD5-B79C4457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不把随机性当作补救；先保证样本、文本、profile 和预热状态一致。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5E9C6-26CA-44CF-B1EC-0098EE67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EA1ED-84E4-47CC-AB44-AABD2766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汽车直播智能体  ·  2026 重庆 AI 大模型创新应用大赛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85C3F-7223-484D-AD67-9652937E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8/11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ADFDA-D862-4737-9556-1FCCFF70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2190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B527E-C07D-4404-8280-187DAC3B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579355-D29A-4A9B-A9F1-B6B6DD9F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99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样本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2121E-A2F9-4329-AA0F-79F83291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0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3-10 秒 / 单人 / 无配乐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5897D7-CE14-4A8E-9E4B-6A1B81CB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47950"/>
            <a:ext cx="2190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95BB18-5973-48F6-80C6-B14E32B0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57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38B66-631C-4309-9319-B093A550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099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文本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35D3A-2A55-44D5-A1D5-E9D494D7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38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0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逐字一致 / 时长密度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2974D-390C-4D3C-89DE-E942B4FF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2190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7DBEC9-EA89-4954-BF03-0423F997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C4D4EC-BE06-4F5C-A988-D21C21F4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profile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B23403-7451-4662-969C-C4C9D6DF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0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v2ProPlus / voice_id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E51D2D-57DA-4E6F-AB61-49626C26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47950"/>
            <a:ext cx="2190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469EA4-44D0-459A-9014-3E4F9E6E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659E4C-301D-4ADA-A402-D88F9BB7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099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预热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3CDB27-FEAD-4FD0-8D06-26DAE642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38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0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切换前先跑短句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F6A800-F1FF-464A-935C-FA17111E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质量指标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70A088-CDF5-465D-9981-B2EC828E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14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active_ratio  ·  silence_ratio  ·  clipped_ratio  ·  chars_per_second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BAC2D5-62DC-4FC4-8F4C-6226862F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6 套克隆音色已登记并可切换</a:t>
            </a:r>
          </a:p>
        </p:txBody>
      </p:sp>
    </p:spTree>
    <p:extLst>
      <p:ext uri="{BB962C8B-B14F-4D97-AF65-F5344CB8AC3E}">
        <p14:creationId xmlns:p14="http://schemas.microsoft.com/office/powerpoint/2010/main" val="19441426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A99328-6855-4A16-8302-AA82863E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90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08 / 现场演示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5210F-AE9D-4A47-B406-1EAD71DC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27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三分钟把验收要求讲清楚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C234C-11F6-4F73-9D02-B22EC499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演示顺序按评委的判断路径组织：有资料、有证据、有声音、有修改。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97776-BB3F-4E88-9E1D-C937DF07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8401B-EA60-49AE-906A-A5FF470B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汽车直播智能体  ·  2026 重庆 AI 大模型创新应用大赛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5FBBA-18C4-4868-9A41-8DF574BE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9/11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15758-D822-4637-9C20-2B8C1551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8F246-2AFA-4376-BD48-1037D560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AFCE9-A408-4753-A48D-9C92BE57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导入资料</a:t>
            </a:r>
          </a:p>
          <a:p xmlns:a="http://schemas.openxmlformats.org/drawingml/2006/main">
            <a:pPr algn="l">
              <a:defRPr sz="15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展示版本与片段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AE68D-1147-4FDA-BDBC-430C4472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06DCA-888D-4F55-8425-1EDF07C0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765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589E8-E400-4909-ADE2-74FFB2D1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38500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提问续航</a:t>
            </a:r>
          </a:p>
          <a:p xmlns:a="http://schemas.openxmlformats.org/drawingml/2006/main">
            <a:pPr algn="l">
              <a:defRPr sz="15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展示来源与置信度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959603-A885-423B-AE8E-DB1EFDEA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D54AE-9DB3-4869-9BB8-57D4C9B4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765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F8D01C-44FD-4B93-A1EA-1485F624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播放脚本</a:t>
            </a:r>
          </a:p>
          <a:p xmlns:a="http://schemas.openxmlformats.org/drawingml/2006/main">
            <a:pPr algn="l">
              <a:defRPr sz="15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首包立即排程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AEF954-79CC-4BD2-B3C0-151D5592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22FE69-1EEB-4597-8055-55E33DE1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765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9D860C-D197-44E0-83C2-F08EE2D6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38500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改写后半句</a:t>
            </a:r>
          </a:p>
          <a:p xmlns:a="http://schemas.openxmlformats.org/drawingml/2006/main">
            <a:pPr algn="l">
              <a:defRPr sz="15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观察安全切换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FD2C4B-3AF4-47EA-9A44-8629D2F5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最后打开验证页，现场展示 100% 检索/问答准确率和 2323 ms 首音频平均</a:t>
            </a:r>
          </a:p>
        </p:txBody>
      </p:sp>
    </p:spTree>
    <p:extLst>
      <p:ext uri="{BB962C8B-B14F-4D97-AF65-F5344CB8AC3E}">
        <p14:creationId xmlns:p14="http://schemas.microsoft.com/office/powerpoint/2010/main" val="6297343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9CD6AF-2235-43AE-8D76-6C158A75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90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09 / 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CEEFB-5D83-46D9-94AF-C8CA6D82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27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每个硬指标都对应一份可复现证据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605FF-707F-41AA-9B0A-1FADF950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不只报结果，也说明样本、目标和验证入口。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8ED6A-ABCD-497F-8D94-A5F85AD2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55559-4841-4323-8677-983E3EE4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汽车直播智能体  ·  2026 重庆 AI 大模型创新应用大赛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698962-48D9-45A3-B7FA-44C55DB0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10/11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38EA6-D52B-4EBE-9486-9B94AB54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55C2D-3BBB-4E1B-83EA-29D39DFC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241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检索准确率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2FDBE-77CC-4B2A-A5E6-24DD2236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24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1425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40/40 · 100%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F69AB9-472A-4E5D-B19D-670462D2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24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0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目标 &gt;=85%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D1D9E-9F65-48B4-9F5A-8FBA9F74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35D32-1A4D-4095-A796-FF792928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99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问答准确率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53F82-79FA-4AB1-9B40-DB94BAD0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099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1425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40/40 · 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E2530A-61F6-4939-BEBC-A2161DD2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99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0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目标 &gt;=85%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F94D65-9E38-419A-A05D-E0DBFC4C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C197B7-EAB3-4D4C-B836-72FBBC54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957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TTS 首音频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F05A8A-BBBE-40AE-B16F-C2BAE886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957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1425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平均 2323 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40EDEB-0709-4598-B9EE-A58D123B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957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0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目标 &lt;=3000 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242BDB-3D3C-47AC-882A-0F7106EB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1A0BD9-AB7F-4DCA-9E9D-DAFED804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815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单元测试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8592F8-F035-4158-9C94-C9BB200F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81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1425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35/35 passed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45A388-7D31-4506-9B57-F134AC70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815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0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无失败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BAE7E5-BA7D-4879-9913-C7D9F552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证据文件：evidence/verification.json  ·  复现命令：verify.ps1</a:t>
            </a:r>
          </a:p>
        </p:txBody>
      </p:sp>
    </p:spTree>
    <p:extLst>
      <p:ext uri="{BB962C8B-B14F-4D97-AF65-F5344CB8AC3E}">
        <p14:creationId xmlns:p14="http://schemas.microsoft.com/office/powerpoint/2010/main" val="14591014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ACE8E8-5947-4990-9421-D57914FA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90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10 / 落地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9E702-BFBD-4E3A-B205-D7B8DB58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27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从比赛原型走向可复用的直播工作台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EF134-33F2-4B3A-9D64-527883E3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本地优先降低数据外发风险，模块化接口保留后续扩展空间。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4EA9F-E764-4343-AC83-C7FE136F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C4D20-68E0-44F2-B79B-77F9EB42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汽车直播智能体  ·  2026 重庆 AI 大模型创新应用大赛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46AA5-82C8-4B55-B089-16899C14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11/11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AFD17-960C-41B7-8C54-CE65E1B7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48E90-F981-4BAC-BEFB-EE6F4FB2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718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2025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可复制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A2821-FEFB-449A-B595-A84D6318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242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车型资料和音色 profile</a:t>
            </a:r>
          </a:p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按项目隔离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71CF0E-F94D-4319-889A-57EF3BF5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610ADB-2771-44BC-B4E1-AD50A27D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718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2025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可维护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A01D40-2D0C-4F99-B9EA-5DB02326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242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版本、指标和日志</a:t>
            </a:r>
          </a:p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支持现场复盘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E9EEBA-1FEE-44E3-ADB6-4A2920B6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C4BD12-9B9F-46C0-BDB0-C5784997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718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2025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可扩展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C76B4B-5EC0-4BF0-AE78-DC2B6909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242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可接入更多模型</a:t>
            </a:r>
          </a:p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不改变前端流程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D8FB67-E2E5-467C-ACFE-74049B71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292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下一步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221D8F-E09D-43D9-9932-68F81202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292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补齐听测者评分，固定现场机器环境，按提交清单完成归档。</a:t>
            </a:r>
          </a:p>
        </p:txBody>
      </p:sp>
    </p:spTree>
    <p:extLst>
      <p:ext uri="{BB962C8B-B14F-4D97-AF65-F5344CB8AC3E}">
        <p14:creationId xmlns:p14="http://schemas.microsoft.com/office/powerpoint/2010/main" val="12147656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2026-09-15T07:27:37.5320000Z</dcterms:created>
  <dcterms:modified xsi:type="dcterms:W3CDTF">2026-09-15T07:27:37.5320000Z</dcterms:modified>
</coreProperties>
</file>